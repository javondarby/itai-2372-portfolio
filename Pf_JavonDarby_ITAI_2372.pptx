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D1B2A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Javon Darby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Specialist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395728"/>
            <a:ext cx="274320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2372 — AI Applications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  |  Microsoft AI-900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502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0058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Fundamentals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591056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591056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910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 (Healthcare, Finance, Retail)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2176272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2176272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762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Societal Implications of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761488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2761488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76148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&amp; Transportation Systems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346704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34670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346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Media, Entertainment &amp; Blockchain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3931920"/>
            <a:ext cx="438912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93192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93192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Future Trends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Portfolio  •  ITAI 2372  •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HIGHLIGHTS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8346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8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&amp; Agriculture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real-world AI use cases including predictive diagnostics, crop yield optimization, and precision farming. Explored augmented intelligence in clinical settings.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4251960"/>
            <a:ext cx="28346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Analysis  •  Literature Review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8346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2618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600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Stock News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Tracker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web crawler to track financial news sentiment. Studied JPMorgan Chase's AI-powered fraud detection and explored NLP techniques in fintech.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4251960"/>
            <a:ext cx="28346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Web Scraping  •  NLP  •  Fraud Detection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97280"/>
            <a:ext cx="283464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2618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600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3317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5 real-world smart city deployments. Analyzed AI-driven traffic management, public safety systems, and urban infrastructure optimization.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251960"/>
            <a:ext cx="28346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Systems Analysis  •  Urban Tech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HIGHLIGHTS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Key Projects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73152" cy="6400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499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Entertainment &amp; Media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deepfake ethics, AI-generated music, digital resurrection of actors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2249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Blockchain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Proof of Work/Stake/History, smart contracts, and AI-driven DeFi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62656"/>
            <a:ext cx="73152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Societal Implications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bias, privacy, displacement, and regulatory frameworks in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12464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1246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Abuse Case Study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analysis of AI misuse across an industry of choice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Concepts Mastered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0" y="1783080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1783080"/>
            <a:ext cx="27203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17556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Sentiment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2441448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441448"/>
            <a:ext cx="249631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24140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0" y="3099816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3099816"/>
            <a:ext cx="230428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30723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6928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Policy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3758184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3758184"/>
            <a:ext cx="28803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23960" y="37307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/ LLMs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0" y="4416552"/>
            <a:ext cx="32004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4416552"/>
            <a:ext cx="262432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23960" y="4389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0" y="4663440"/>
            <a:ext cx="3200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Microsoft AI-900 Certification Coursework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diagnostics &amp; imaging AI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 modeling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acceleration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15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trading signals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automation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15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&amp; chatbots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checkout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7180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81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traffic management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infrastructure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71800"/>
            <a:ext cx="283464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81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services automation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budget analytics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834640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71800"/>
            <a:ext cx="28346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81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29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vision AI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tackle AI challenges across industries — from concept to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with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0352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github.com/JavonDarby/ITAI-2372-Portfolio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SKILLS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621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 Fundamentals (AI-900)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59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2372 AI Applications — Spring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342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Machine Learning  •  NLP  •  Computer Vision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651760" cy="246888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468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DARBY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2372 |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Applications Portfolio - ITAI 2372</dc:title>
  <dc:subject>PptxGenJS Presentation</dc:subject>
  <dc:creator>PptxGenJS</dc:creator>
  <cp:lastModifiedBy>PptxGenJS</cp:lastModifiedBy>
  <cp:revision>1</cp:revision>
  <dcterms:created xsi:type="dcterms:W3CDTF">2026-05-01T01:45:07Z</dcterms:created>
  <dcterms:modified xsi:type="dcterms:W3CDTF">2026-05-01T01:45:07Z</dcterms:modified>
</cp:coreProperties>
</file>